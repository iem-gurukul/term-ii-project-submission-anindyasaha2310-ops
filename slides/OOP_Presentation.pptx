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389120"/>
            <a:ext cx="2286000" cy="754380"/>
          </a:xfrm>
          <a:prstGeom prst="rect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84048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OOP LAB PROJECT · Spring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029200" cy="3200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attendance registers are time-consuming, error-prone,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lack scalability — especially as student numbers grow.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F4A261">
              <a:alpha val="8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2900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TARGET USER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20240" y="3429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&amp; Academic Administrators in educational institutions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251960"/>
            <a:ext cx="8595360" cy="64008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Anindya Saha</a:t>
            </a:r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81   |   Java (Console-Based)   |   Instructors: Dr. Basu · Dr. Jana · Dr. Biswas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Classes · Package Structure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234440"/>
            <a:ext cx="82296" cy="8046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075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56362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console — handles all user I/O and input validation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57400" y="2039112"/>
            <a:ext cx="27432" cy="9144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084832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67128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67128"/>
            <a:ext cx="82296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0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49631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AttendanceService (Singleton), calculates percentages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57400" y="2971800"/>
            <a:ext cx="27432" cy="9144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3017520"/>
            <a:ext cx="320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99816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99816"/>
            <a:ext cx="82296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729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429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— StudentRepository backed by HashMap&lt;String, Student&gt;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868680"/>
            <a:ext cx="4251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9326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RELATIONSHIPS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23560" y="1298448"/>
            <a:ext cx="2286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29844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«abstract»
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739128" y="1938528"/>
            <a:ext cx="45720" cy="27432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2212848"/>
            <a:ext cx="1417320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2212848"/>
            <a:ext cx="0" cy="36576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249424"/>
            <a:ext cx="1554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24942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displayRole()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9480" y="2249424"/>
            <a:ext cx="14173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7A8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249424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markAttendance()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getPercentage()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739128" y="2843784"/>
            <a:ext cx="45720" cy="22860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03580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▼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3218688"/>
            <a:ext cx="3520440" cy="731520"/>
          </a:xfrm>
          <a:prstGeom prst="rect">
            <a:avLst/>
          </a:prstGeom>
          <a:solidFill>
            <a:srgbClr val="0E7C7B">
              <a:alpha val="9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218688"/>
            <a:ext cx="3520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AttendanceManagementSystem
</a:t>
            </a:r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HashMap&lt;String, Student&gt;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addStudent()  + markAttendance()  + viewAll()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4114800"/>
            <a:ext cx="3977640" cy="54864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1148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</a:t>
            </a:r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Student · Teacher   </a:t>
            </a:r>
            <a:pPr algn="ctr"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service/</a:t>
            </a:r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AttendanceService   </a:t>
            </a:r>
            <a:pPr algn="ctr"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repo/</a:t>
            </a:r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StudentRepository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· Inheritance · Polymorphism · Design Pattern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14400"/>
            <a:ext cx="429768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24128"/>
            <a:ext cx="310896" cy="3108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3716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abstract class User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72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implementation — forces all subclasses to define displayRole(). Provides a consistent contract across user types.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40233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075688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User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abstract void displayRole();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14400"/>
            <a:ext cx="429768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024128"/>
            <a:ext cx="310896" cy="3108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24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3716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Student &amp; Teacher extends User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572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name and id from User. Reduces duplication and establishes a clear hierarchy that's easy to extend.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2075688"/>
            <a:ext cx="40233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075688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 extends User { ... }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274320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743200"/>
            <a:ext cx="429768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852928"/>
            <a:ext cx="310896" cy="31089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52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2004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@Override displayRole()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34015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polymorphism — same method call behaves differently for Student and Teacher objects at runtime.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904488"/>
            <a:ext cx="40233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904488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displayRole()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System.out.println("Role: Student");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09160" y="274320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743200"/>
            <a:ext cx="4297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2852928"/>
            <a:ext cx="310896" cy="310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852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5780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Pattern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46320" y="32004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AttendanceService.getInstance()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46320" y="34015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exactly one service instance handles business logic — controls access and prevents data inconsistency.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904488"/>
            <a:ext cx="40233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904488"/>
            <a:ext cx="38953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(instance == null)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 = new AttendanceService();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instance;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 &amp; Rationale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926080" cy="292608"/>
          </a:xfrm>
          <a:prstGeom prst="roundRect">
            <a:avLst>
              <a:gd name="adj" fmla="val 1562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DESIGN DECISION: Custom Exception + Singleton Service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5303520" cy="2651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61872"/>
            <a:ext cx="5303520" cy="274320"/>
          </a:xfrm>
          <a:prstGeom prst="rect">
            <a:avLst/>
          </a:prstGeom>
          <a:solidFill>
            <a:srgbClr val="081828"/>
          </a:solidFill>
          <a:ln w="12700">
            <a:solidFill>
              <a:srgbClr val="08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AttendanceService.java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507492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Singleton Pattern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</a:t>
            </a:r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AttendanceService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instance;
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AttendanceService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getInstance() {
</a:t>
            </a:r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(instance == </a:t>
            </a:r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AttendanceService();
  return instance;
}
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Custom Exception
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</a:t>
            </a:r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markAttendance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id, boolean present)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throws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StudentNotFoundException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s = repo.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getStudent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 ==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throw new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StudentNotFoundException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("Not found");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markAttendance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(present);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89611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52160" y="1234440"/>
            <a:ext cx="3063240" cy="768096"/>
          </a:xfrm>
          <a:prstGeom prst="rect">
            <a:avLst/>
          </a:prstGeom>
          <a:solidFill>
            <a:srgbClr val="0A1B2E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234440"/>
            <a:ext cx="64008" cy="7680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27101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2984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Service Instance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158191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guarantees one AttendanceService — avoids duplicate data states across the app.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52160" y="2130552"/>
            <a:ext cx="3063240" cy="768096"/>
          </a:xfrm>
          <a:prstGeom prst="rect">
            <a:avLst/>
          </a:prstGeom>
          <a:solidFill>
            <a:srgbClr val="0A1B2E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2130552"/>
            <a:ext cx="64008" cy="7680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1671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194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Error Handling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2478024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StudentNotFoundException gives clear, typed errors instead of silent null returns or generic crashes.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52160" y="3026664"/>
            <a:ext cx="3063240" cy="768096"/>
          </a:xfrm>
          <a:prstGeom prst="rect">
            <a:avLst/>
          </a:prstGeom>
          <a:solidFill>
            <a:srgbClr val="0A1B2E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3026664"/>
            <a:ext cx="64008" cy="7680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3063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0906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374136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catches exceptions; Service layer throws them — clean boundary between logic and display.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52160" y="3950208"/>
            <a:ext cx="3063240" cy="868680"/>
          </a:xfrm>
          <a:prstGeom prst="rect">
            <a:avLst/>
          </a:prstGeom>
          <a:solidFill>
            <a:srgbClr val="0E7C7B">
              <a:alpha val="8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9959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7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9320" y="4206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non-crashing system with clear error messages — improving reliability and user experience.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914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System · Meaningful Scenario · Error Handling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029200" cy="40050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68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AttendanceSystem.jar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207008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Student Attendance System ===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Student
2. Mark Attendance
3. View All Students
4. Exit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</a:t>
            </a:r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
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Student ID: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S101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Present? (Y/N): </a:t>
            </a:r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
</a:t>
            </a:r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Attendance marked for </a:t>
            </a:r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Anindya Saha
</a:t>
            </a:r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View All Students ===
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S101  Name: Anindya Saha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Total: 10  Attended: 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Percentage: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80.0%  ✔ ELIGIBLE
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Student ID: </a:t>
            </a:r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INVALID_ID
</a:t>
            </a:r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✖ Error: </a:t>
            </a:r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StudentNotFoundException: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not found!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89611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77840" y="1188720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1188720"/>
            <a:ext cx="347472" cy="67665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188720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16752" y="1243584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Student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16752" y="1499616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student with unique ID → confirm success message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1993392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1993392"/>
            <a:ext cx="347472" cy="6766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993392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16752" y="2048256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16752" y="2304288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student ID → mark Present/Absent → see confirmation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2798064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2798064"/>
            <a:ext cx="347472" cy="6766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798064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16752" y="2852928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Records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16752" y="3108960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attendance % → show ELIGIBLE / NOT ELIGIBLE status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3602736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3602736"/>
            <a:ext cx="347472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602736"/>
            <a:ext cx="347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65760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16752" y="3913632"/>
            <a:ext cx="27889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invalid ID → StudentNotFoundException thrown → caught in UI, message shown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4389120"/>
            <a:ext cx="33375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4389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Duplicate ID  </a:t>
            </a:r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Empty Records  </a:t>
            </a:r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Division by Zero  </a:t>
            </a:r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Invalid Choice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Management System</dc:title>
  <dc:subject>PptxGenJS Presentation</dc:subject>
  <dc:creator>PptxGenJS</dc:creator>
  <cp:lastModifiedBy>PptxGenJS</cp:lastModifiedBy>
  <cp:revision>1</cp:revision>
  <dcterms:created xsi:type="dcterms:W3CDTF">2026-03-29T07:08:26Z</dcterms:created>
  <dcterms:modified xsi:type="dcterms:W3CDTF">2026-03-29T07:08:26Z</dcterms:modified>
</cp:coreProperties>
</file>